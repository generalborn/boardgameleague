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7" r:id="rId9"/>
    <p:sldId id="262" r:id="rId10"/>
    <p:sldId id="264" r:id="rId11"/>
    <p:sldId id="263" r:id="rId12"/>
    <p:sldId id="266" r:id="rId1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3078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376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7248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3078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4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307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6556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hr-H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229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hr-H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237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2484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773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0517DD9-E9DF-4F45-A688-7D78F808BE91}" type="datetimeFigureOut">
              <a:rPr lang="hr-HR" smtClean="0"/>
              <a:t>29.4.2026.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87BF7A6-F6A1-4977-AD38-A7E3FCBB78E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4185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spotapp.com/wp-content/uploads/2023/07/netspot-2-channel@2x.jp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Mrežni alati i performanse</a:t>
            </a:r>
            <a:br>
              <a:rPr lang="hr-HR" dirty="0"/>
            </a:br>
            <a:r>
              <a:rPr lang="hr-HR" sz="1800" dirty="0"/>
              <a:t>Analiza, mjerenje i usporedba u mrežnim okruženjima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Borna Horina</a:t>
            </a:r>
          </a:p>
          <a:p>
            <a:r>
              <a:rPr lang="hr-HR" dirty="0"/>
              <a:t>Napredne Teme Računalnih Mreža</a:t>
            </a:r>
          </a:p>
        </p:txBody>
      </p:sp>
    </p:spTree>
    <p:extLst>
      <p:ext uri="{BB962C8B-B14F-4D97-AF65-F5344CB8AC3E}">
        <p14:creationId xmlns:p14="http://schemas.microsoft.com/office/powerpoint/2010/main" val="2598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Aktivni monitoring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dirty="0"/>
              <a:t>Alati koji generiraju vlastiti promet za testiranje granica mreže:</a:t>
            </a:r>
          </a:p>
          <a:p>
            <a:pPr lvl="1"/>
            <a:r>
              <a:rPr lang="hr-HR" dirty="0"/>
              <a:t>iPerf3 – Opensource alat za mjerenje propusnosti</a:t>
            </a:r>
          </a:p>
          <a:p>
            <a:pPr lvl="1"/>
            <a:r>
              <a:rPr lang="hr-HR" dirty="0" smtClean="0"/>
              <a:t>WinMTR – kombinacija tracert i ping</a:t>
            </a:r>
            <a:endParaRPr lang="hr-HR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r-HR" dirty="0"/>
              <a:t>Sustavi koji prate postojeći promet i stanje čvorova</a:t>
            </a:r>
          </a:p>
          <a:p>
            <a:pPr lvl="1"/>
            <a:r>
              <a:rPr lang="hr-HR" dirty="0"/>
              <a:t>GlassWire – Vizualna analiza flow-a</a:t>
            </a:r>
          </a:p>
          <a:p>
            <a:pPr lvl="1"/>
            <a:r>
              <a:rPr lang="hr-HR" dirty="0"/>
              <a:t>NetSpot – Analiza bežičnog spektra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r-HR" dirty="0"/>
              <a:t>Pasivna </a:t>
            </a:r>
            <a:r>
              <a:rPr lang="hr-HR" dirty="0" smtClean="0"/>
              <a:t>analiza</a:t>
            </a:r>
            <a:endParaRPr lang="hr-H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Kategorizacija mrežnih alata</a:t>
            </a:r>
          </a:p>
        </p:txBody>
      </p:sp>
    </p:spTree>
    <p:extLst>
      <p:ext uri="{BB962C8B-B14F-4D97-AF65-F5344CB8AC3E}">
        <p14:creationId xmlns:p14="http://schemas.microsoft.com/office/powerpoint/2010/main" val="71748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429897" cy="1188720"/>
          </a:xfrm>
        </p:spPr>
        <p:txBody>
          <a:bodyPr/>
          <a:lstStyle/>
          <a:p>
            <a:r>
              <a:rPr lang="hr-HR" dirty="0"/>
              <a:t>Winmtr – dijagnostika mrežnog puta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8720"/>
            <a:ext cx="7729728" cy="3101983"/>
          </a:xfrm>
        </p:spPr>
        <p:txBody>
          <a:bodyPr/>
          <a:lstStyle/>
          <a:p>
            <a:r>
              <a:rPr lang="hr-HR" dirty="0"/>
              <a:t>Analiza „Hops” do Google DNS</a:t>
            </a:r>
          </a:p>
          <a:p>
            <a:r>
              <a:rPr lang="hr-HR" dirty="0"/>
              <a:t>Spoj Tracert i Ping</a:t>
            </a:r>
          </a:p>
          <a:p>
            <a:r>
              <a:rPr lang="hr-HR" dirty="0"/>
              <a:t>Otkriva kvalitetu rute izvan lokalne mreže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71" y="2011680"/>
            <a:ext cx="7695529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4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19141"/>
            <a:ext cx="7729728" cy="1188720"/>
          </a:xfrm>
        </p:spPr>
        <p:txBody>
          <a:bodyPr/>
          <a:lstStyle/>
          <a:p>
            <a:r>
              <a:rPr lang="hr-HR" dirty="0"/>
              <a:t>iPerf3 – Mjerenje propusnosti (lan)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1207861"/>
            <a:ext cx="5667538" cy="2482596"/>
          </a:xfrm>
        </p:spPr>
        <p:txBody>
          <a:bodyPr/>
          <a:lstStyle/>
          <a:p>
            <a:r>
              <a:rPr lang="hr-HR" dirty="0"/>
              <a:t>Analiza baseline testa –testiranje propusnosti preko Ethernet kabela</a:t>
            </a:r>
          </a:p>
          <a:p>
            <a:r>
              <a:rPr lang="hr-HR" dirty="0"/>
              <a:t>Rezultat - ~95 Mbits/sec konstantno</a:t>
            </a:r>
          </a:p>
          <a:p>
            <a:r>
              <a:rPr lang="hr-HR" dirty="0"/>
              <a:t>Zaključak – Usko grlo je Fast Ethernet sučelje na preklopniku</a:t>
            </a:r>
          </a:p>
          <a:p>
            <a:r>
              <a:rPr lang="hr-HR" dirty="0"/>
              <a:t>TCP protokol osigurava stabilnost uz minimalan overhead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830" y="2124892"/>
            <a:ext cx="7224577" cy="408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0610" y="5501326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dirty="0"/>
              <a:t>&gt;iperf3 –s		Server</a:t>
            </a:r>
          </a:p>
          <a:p>
            <a:r>
              <a:rPr lang="hr-HR" sz="2000" dirty="0"/>
              <a:t>&gt;iperf3 –c &lt;ipAdresa&gt;	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6354" y="5218297"/>
            <a:ext cx="1280160" cy="566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4023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622" y="173519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hr-HR" sz="2400" dirty="0"/>
              <a:t>Parelelni streamovi i Agregacija</a:t>
            </a:r>
            <a:endParaRPr lang="hr-HR" dirty="0"/>
          </a:p>
          <a:p>
            <a:r>
              <a:rPr lang="hr-HR" dirty="0"/>
              <a:t>Test sa 5 streamova</a:t>
            </a:r>
          </a:p>
          <a:p>
            <a:pPr lvl="1"/>
            <a:r>
              <a:rPr lang="hr-HR" dirty="0"/>
              <a:t>Simulacija više istovremenih konekcija</a:t>
            </a:r>
          </a:p>
          <a:p>
            <a:pPr lvl="2"/>
            <a:r>
              <a:rPr lang="hr-HR" dirty="0"/>
              <a:t>Bandwidth se dijeli ravnopravno (~19 Mbits/s po streamu)</a:t>
            </a:r>
          </a:p>
          <a:p>
            <a:pPr lvl="2"/>
            <a:r>
              <a:rPr lang="hr-HR" dirty="0"/>
              <a:t>SUM – Ukupna propusnost</a:t>
            </a:r>
          </a:p>
          <a:p>
            <a:pPr lvl="2"/>
            <a:r>
              <a:rPr lang="hr-HR" dirty="0"/>
              <a:t>Dokaz hardverskog ograničenja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96" y="2782283"/>
            <a:ext cx="5113463" cy="12040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633" y="2778473"/>
            <a:ext cx="5494496" cy="24157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3152" y="5194222"/>
            <a:ext cx="4549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dirty="0"/>
              <a:t>iperf3 –c &lt;ipAdresa&gt; -P &lt;brojStreamova&gt;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8795716" y="4553364"/>
            <a:ext cx="1097221" cy="3147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9202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4622" y="173519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hr-HR" sz="2400" dirty="0"/>
              <a:t>WiFi usporedba</a:t>
            </a:r>
          </a:p>
          <a:p>
            <a:r>
              <a:rPr lang="hr-HR" dirty="0"/>
              <a:t>Test preko WiFi mreže umjesto Ethernet kabla</a:t>
            </a:r>
          </a:p>
          <a:p>
            <a:r>
              <a:rPr lang="hr-HR" dirty="0"/>
              <a:t>Znatno sporija mreža zbog mrežnog ugušenja (~61 Mbits/sec)</a:t>
            </a:r>
          </a:p>
          <a:p>
            <a:r>
              <a:rPr lang="hr-HR" dirty="0"/>
              <a:t>Znatno nestabilnija zbog nestabilnog </a:t>
            </a:r>
            <a:r>
              <a:rPr lang="hr-HR" dirty="0" smtClean="0"/>
              <a:t>medija</a:t>
            </a:r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391" y="2129110"/>
            <a:ext cx="7674558" cy="4385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29704" y="5399315"/>
            <a:ext cx="1532650" cy="6844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8" name="Straight Connector 7"/>
          <p:cNvCxnSpPr/>
          <p:nvPr/>
        </p:nvCxnSpPr>
        <p:spPr>
          <a:xfrm>
            <a:off x="5408023" y="3275502"/>
            <a:ext cx="4441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368893" y="5187033"/>
            <a:ext cx="4441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hr-HR" dirty="0"/>
              <a:t>Glasswire – vizualni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8720"/>
            <a:ext cx="7729728" cy="3101983"/>
          </a:xfrm>
        </p:spPr>
        <p:txBody>
          <a:bodyPr/>
          <a:lstStyle/>
          <a:p>
            <a:r>
              <a:rPr lang="hr-HR" dirty="0"/>
              <a:t>Analiza prometa u realnom vremenu</a:t>
            </a:r>
          </a:p>
          <a:p>
            <a:r>
              <a:rPr lang="hr-HR" dirty="0"/>
              <a:t>Glasswire pretvara statistiku iz terminala u intuitivan grafički prikaz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3"/>
          <a:stretch/>
        </p:blipFill>
        <p:spPr>
          <a:xfrm>
            <a:off x="3365812" y="2020389"/>
            <a:ext cx="8826188" cy="483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0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CF68-FFAF-C26B-CF12-4C3A96CD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7846B-7E49-35EB-0825-C8075BB2B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BA70E-955A-2805-A4D4-AE676B766F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1"/>
          <a:stretch/>
        </p:blipFill>
        <p:spPr>
          <a:xfrm>
            <a:off x="1437625" y="356759"/>
            <a:ext cx="9316750" cy="586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9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hr-HR" dirty="0"/>
              <a:t>Netspot – Analiza wifi spektra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8720"/>
            <a:ext cx="7729728" cy="3101983"/>
          </a:xfrm>
        </p:spPr>
        <p:txBody>
          <a:bodyPr/>
          <a:lstStyle/>
          <a:p>
            <a:r>
              <a:rPr lang="hr-HR" dirty="0"/>
              <a:t>Zašto je WiFi sporiji i nestabilniji? </a:t>
            </a:r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28503"/>
            <a:ext cx="9637835" cy="5229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37834" y="2081349"/>
            <a:ext cx="236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Preklapanje WiFi kanala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818917" y="5773783"/>
            <a:ext cx="223346" cy="34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818916" y="6004561"/>
            <a:ext cx="223346" cy="34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818916" y="6235339"/>
            <a:ext cx="223346" cy="346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818916" y="4334247"/>
            <a:ext cx="223346" cy="346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818916" y="5279596"/>
            <a:ext cx="223346" cy="34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50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wireless network. A well-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7" y="1053738"/>
            <a:ext cx="9235369" cy="453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80457" y="5590291"/>
            <a:ext cx="616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400" dirty="0"/>
              <a:t>Izvor: https://www.ekahau.com/blog/category/wi-fi-best-practices/wi-fi-design/feed/</a:t>
            </a:r>
          </a:p>
        </p:txBody>
      </p:sp>
    </p:spTree>
    <p:extLst>
      <p:ext uri="{BB962C8B-B14F-4D97-AF65-F5344CB8AC3E}">
        <p14:creationId xmlns:p14="http://schemas.microsoft.com/office/powerpoint/2010/main" val="1966755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netspotapp.com/wp-content/uploads/2023/07/netspot-2-channel@2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736" y="393151"/>
            <a:ext cx="9440091" cy="609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698172" y="6361612"/>
            <a:ext cx="681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hr-HR" sz="1400" dirty="0"/>
              <a:t>Izvor: </a:t>
            </a:r>
            <a:r>
              <a:rPr lang="hr-HR" sz="1400" dirty="0">
                <a:hlinkClick r:id="rId3"/>
              </a:rPr>
              <a:t>https://www.netspotapp.com/wp-content/uploads/2023/07/netspot-2-channel@2x.jpg</a:t>
            </a:r>
            <a:endParaRPr lang="hr-HR" sz="1400" dirty="0"/>
          </a:p>
        </p:txBody>
      </p:sp>
    </p:spTree>
    <p:extLst>
      <p:ext uri="{BB962C8B-B14F-4D97-AF65-F5344CB8AC3E}">
        <p14:creationId xmlns:p14="http://schemas.microsoft.com/office/powerpoint/2010/main" val="308646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758" y="2671572"/>
            <a:ext cx="7729728" cy="1188720"/>
          </a:xfrm>
        </p:spPr>
        <p:txBody>
          <a:bodyPr/>
          <a:lstStyle/>
          <a:p>
            <a:r>
              <a:rPr lang="hr-HR" dirty="0" smtClean="0"/>
              <a:t>Hvala na pozornosti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30290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110</TotalTime>
  <Words>234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Mrežni alati i performanse Analiza, mjerenje i usporedba u mrežnim okruženjima</vt:lpstr>
      <vt:lpstr>Kategorizacija mrežnih alata</vt:lpstr>
      <vt:lpstr>Winmtr – dijagnostika mrežnog puta</vt:lpstr>
      <vt:lpstr>iPerf3 – Mjerenje propusnosti (lan)</vt:lpstr>
      <vt:lpstr>PowerPoint Presentation</vt:lpstr>
      <vt:lpstr>PowerPoint Presentation</vt:lpstr>
      <vt:lpstr>Glasswire – vizualni flow</vt:lpstr>
      <vt:lpstr>PowerPoint Presentation</vt:lpstr>
      <vt:lpstr>Netspot – Analiza wifi spektra</vt:lpstr>
      <vt:lpstr>PowerPoint Presentation</vt:lpstr>
      <vt:lpstr>PowerPoint Presentation</vt:lpstr>
      <vt:lpstr>Hvala na pozornosti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Usporedba mrežnih alata</dc:title>
  <dc:creator>Borna Horina</dc:creator>
  <cp:lastModifiedBy>Borna Horina</cp:lastModifiedBy>
  <cp:revision>13</cp:revision>
  <dcterms:created xsi:type="dcterms:W3CDTF">2026-04-28T16:00:34Z</dcterms:created>
  <dcterms:modified xsi:type="dcterms:W3CDTF">2026-04-29T08:22:12Z</dcterms:modified>
</cp:coreProperties>
</file>